
<file path=[Content_Types].xml><?xml version="1.0" encoding="utf-8"?>
<Types xmlns="http://schemas.openxmlformats.org/package/2006/content-types">
  <Default Extension="bin" ContentType="application/vnd.openxmlformats-officedocument.oleObject"/>
  <Default Extension="jfif" ContentType="image/jpeg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0" r:id="rId3"/>
    <p:sldId id="269" r:id="rId4"/>
    <p:sldId id="262" r:id="rId5"/>
    <p:sldId id="263" r:id="rId6"/>
    <p:sldId id="264" r:id="rId7"/>
    <p:sldId id="270" r:id="rId8"/>
    <p:sldId id="271" r:id="rId9"/>
    <p:sldId id="272" r:id="rId10"/>
    <p:sldId id="273" r:id="rId11"/>
    <p:sldId id="265" r:id="rId12"/>
    <p:sldId id="266" r:id="rId13"/>
    <p:sldId id="267" r:id="rId14"/>
    <p:sldId id="268" r:id="rId15"/>
    <p:sldId id="274" r:id="rId16"/>
    <p:sldId id="27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89F"/>
    <a:srgbClr val="073F9D"/>
    <a:srgbClr val="9BB3D7"/>
    <a:srgbClr val="50A6A6"/>
    <a:srgbClr val="ED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39" autoAdjust="0"/>
    <p:restoredTop sz="93364" autoAdjust="0"/>
  </p:normalViewPr>
  <p:slideViewPr>
    <p:cSldViewPr snapToGrid="0">
      <p:cViewPr varScale="1">
        <p:scale>
          <a:sx n="81" d="100"/>
          <a:sy n="81" d="100"/>
        </p:scale>
        <p:origin x="437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5FD72-BEE3-4B36-BDAF-434BB0582D76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9E6E3-4B96-40E1-A3F2-0BC660D16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434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FFF36-A51F-42B5-8BF7-5CECEBC3874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8197C-45EA-4991-BCAF-46CA0E13E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52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05CE-243A-47C1-8DB1-9A6E378791E7}" type="datetime1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5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CE224-C3D8-4D88-9DF6-58F3C7C5AA41}" type="datetime1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94412" y="6372252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9F21396-111B-4B5C-B7E2-582932F279F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449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5447E-1068-458B-8362-46BCBA0640B4}" type="datetime1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55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D374-2EB1-4196-929E-A2BACBBA08A2}" type="datetime1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74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2355F-0C64-4453-B3FB-77A48E4EF93A}" type="datetime1">
              <a:rPr lang="ru-RU" smtClean="0"/>
              <a:t>02.12.2025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02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994E-17F5-4CDE-B765-8710874C03DF}" type="datetime1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40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D9E5-DE92-446D-BC1F-6C911F207B24}" type="datetime1">
              <a:rPr lang="ru-RU" smtClean="0"/>
              <a:t>02.12.2025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41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B3AF-467A-4FEB-9259-A7AB24DE6FA7}" type="datetime1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57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FB00D-B3BE-4DAA-A145-51B3F335876C}" type="datetime1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13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CA9B0-20F8-479F-A5F8-8A5D250D8F75}" type="datetime1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68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4719-4079-4DF6-96DA-61EF4F73D2C0}" type="datetime1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31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734C-3681-4A5B-B57D-42B6698DA4C5}" type="datetime1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44163140"/>
              </p:ext>
            </p:extLst>
          </p:nvPr>
        </p:nvGraphicFramePr>
        <p:xfrm>
          <a:off x="444731" y="201613"/>
          <a:ext cx="13890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CorelDRAW" r:id="rId15" imgW="1388271" imgH="1117604" progId="CorelDraw.Graphic.21">
                  <p:embed/>
                </p:oleObj>
              </mc:Choice>
              <mc:Fallback>
                <p:oleObj name="CorelDRAW" r:id="rId15" imgW="1388271" imgH="1117604" progId="CorelDraw.Graphic.2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4731" y="201613"/>
                        <a:ext cx="1389063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26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0" y="6450676"/>
            <a:ext cx="889462" cy="270799"/>
          </a:xfrm>
        </p:spPr>
        <p:txBody>
          <a:bodyPr/>
          <a:lstStyle/>
          <a:p>
            <a:fld id="{29F21396-111B-4B5C-B7E2-582932F279F0}" type="slidenum">
              <a:rPr lang="ru-RU" smtClean="0"/>
              <a:t>1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225295" y="6087314"/>
            <a:ext cx="260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Иркутск 2025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822831" y="3869990"/>
            <a:ext cx="462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Algerian" panose="04020705040A02060702" pitchFamily="82" charset="0"/>
              </a:rPr>
              <a:t>https://github.com/ryongbom/Tetris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ctrTitle"/>
          </p:nvPr>
        </p:nvSpPr>
        <p:spPr>
          <a:xfrm>
            <a:off x="2088318" y="1238289"/>
            <a:ext cx="7766936" cy="1125666"/>
          </a:xfrm>
        </p:spPr>
        <p:txBody>
          <a:bodyPr/>
          <a:lstStyle/>
          <a:p>
            <a:pPr algn="ctr"/>
            <a:r>
              <a:rPr lang="ru-RU" sz="4000" dirty="0" smtClean="0">
                <a:latin typeface="Arial Black" panose="020B0A04020102020204" pitchFamily="34" charset="0"/>
              </a:rPr>
              <a:t>Отчёт по проекту </a:t>
            </a:r>
            <a:r>
              <a:rPr lang="en-US" dirty="0" smtClean="0">
                <a:latin typeface="Wide Latin" panose="020A0A07050505020404" pitchFamily="18" charset="0"/>
              </a:rPr>
              <a:t/>
            </a:r>
            <a:br>
              <a:rPr lang="en-US" dirty="0" smtClean="0">
                <a:latin typeface="Wide Latin" panose="020A0A07050505020404" pitchFamily="18" charset="0"/>
              </a:rPr>
            </a:br>
            <a:r>
              <a:rPr lang="en-US" sz="3200" dirty="0" smtClean="0">
                <a:latin typeface="Wide Latin" panose="020A0A07050505020404" pitchFamily="18" charset="0"/>
              </a:rPr>
              <a:t>“</a:t>
            </a:r>
            <a:r>
              <a:rPr lang="ru-RU" sz="3200" dirty="0" smtClean="0">
                <a:latin typeface="Arial Black" panose="020B0A04020102020204" pitchFamily="34" charset="0"/>
              </a:rPr>
              <a:t>Игра </a:t>
            </a:r>
            <a:r>
              <a:rPr lang="ru-RU" sz="3200" b="1" dirty="0" smtClean="0">
                <a:solidFill>
                  <a:srgbClr val="073F9D"/>
                </a:solidFill>
                <a:latin typeface="Arial Black" panose="020B0A04020102020204" pitchFamily="34" charset="0"/>
              </a:rPr>
              <a:t>Тетрис</a:t>
            </a:r>
            <a:r>
              <a:rPr lang="ru-RU" sz="3200" dirty="0" smtClean="0">
                <a:latin typeface="Arial Black" panose="020B0A04020102020204" pitchFamily="34" charset="0"/>
              </a:rPr>
              <a:t> на </a:t>
            </a:r>
            <a:r>
              <a:rPr lang="en-US" sz="3200" dirty="0" err="1" smtClean="0">
                <a:latin typeface="Wide Latin" panose="020A0A07050505020404" pitchFamily="18" charset="0"/>
              </a:rPr>
              <a:t>Qt</a:t>
            </a:r>
            <a:r>
              <a:rPr lang="en-US" sz="3200" dirty="0" smtClean="0">
                <a:latin typeface="Wide Latin" panose="020A0A07050505020404" pitchFamily="18" charset="0"/>
              </a:rPr>
              <a:t>”</a:t>
            </a:r>
            <a:endParaRPr lang="ru-RU" sz="3200" dirty="0">
              <a:latin typeface="Arial Black" panose="020B0A040201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408025" y="5070764"/>
            <a:ext cx="389568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АСУб-25-2</a:t>
            </a:r>
          </a:p>
          <a:p>
            <a:pPr algn="ctr"/>
            <a:r>
              <a:rPr lang="ru-RU" sz="2400" b="1" cap="none" spc="0" dirty="0" err="1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Чон</a:t>
            </a:r>
            <a:r>
              <a:rPr lang="ru-RU" sz="2400" b="1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cap="none" spc="0" dirty="0" err="1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Рён</a:t>
            </a:r>
            <a:r>
              <a:rPr lang="ru-RU" sz="2400" b="1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Бом, Рим Вон Гук</a:t>
            </a:r>
            <a:endParaRPr lang="ru-RU" sz="2400" b="1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27" y="3086281"/>
            <a:ext cx="2466955" cy="31379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282" y="3086281"/>
            <a:ext cx="2550266" cy="31379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5219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2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33846" y="901469"/>
            <a:ext cx="5017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0E489F"/>
                </a:solidFill>
              </a:rPr>
              <a:t>Описание объекта</a:t>
            </a:r>
            <a:endParaRPr lang="ru-RU" sz="3600" dirty="0">
              <a:solidFill>
                <a:srgbClr val="0E489F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3255" y="1947577"/>
            <a:ext cx="1031340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just"/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Эта игра в тетрис — это учебный проект, </a:t>
            </a:r>
            <a:r>
              <a:rPr lang="ru-RU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который</a:t>
            </a:r>
            <a:r>
              <a:rPr lang="zh-TW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я сделал, чтобы закрепить </a:t>
            </a:r>
            <a:endParaRPr lang="en-US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청봉" panose="00000600050400000000" pitchFamily="2" charset="-12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свои базовые знания C/C++, а </a:t>
            </a: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также приобрести </a:t>
            </a:r>
            <a:r>
              <a:rPr lang="ru-RU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опыт </a:t>
            </a: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использования </a:t>
            </a:r>
            <a:r>
              <a:rPr lang="ru-RU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GitHub</a:t>
            </a: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 </a:t>
            </a:r>
            <a:endParaRPr lang="en-US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청봉" panose="00000600050400000000" pitchFamily="2" charset="-12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и </a:t>
            </a: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управления проектами через </a:t>
            </a:r>
            <a:r>
              <a:rPr lang="ru-RU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практическую </a:t>
            </a: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청봉" panose="00000600050400000000" pitchFamily="2" charset="-120"/>
                <a:cs typeface="Times New Roman" panose="02020603050405020304" pitchFamily="18" charset="0"/>
              </a:rPr>
              <a:t>работу</a:t>
            </a: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청봉" panose="00000600050400000000" pitchFamily="2" charset="-120"/>
              </a:rPr>
              <a:t>.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청봉" panose="00000600050400000000" pitchFamily="2" charset="-12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93255" y="4471014"/>
            <a:ext cx="5089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E489F"/>
                </a:solidFill>
              </a:rPr>
              <a:t>процесса автоматизации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1628" y="3790583"/>
            <a:ext cx="44419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падение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фигур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столкновений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подсчет очков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графический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Стрелка вправо 10"/>
          <p:cNvSpPr/>
          <p:nvPr/>
        </p:nvSpPr>
        <p:spPr>
          <a:xfrm>
            <a:off x="6082597" y="4479833"/>
            <a:ext cx="1059883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21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652462"/>
            <a:ext cx="4475480" cy="977874"/>
          </a:xfrm>
        </p:spPr>
        <p:txBody>
          <a:bodyPr/>
          <a:lstStyle/>
          <a:p>
            <a:r>
              <a:rPr lang="ru-RU" dirty="0" smtClean="0">
                <a:solidFill>
                  <a:srgbClr val="0E489F"/>
                </a:solidFill>
                <a:latin typeface="+mn-lt"/>
              </a:rPr>
              <a:t>Актуальность</a:t>
            </a:r>
            <a:endParaRPr lang="ru-RU" dirty="0">
              <a:solidFill>
                <a:srgbClr val="0E489F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740025"/>
            <a:ext cx="10515600" cy="1638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игры "Тетрис" позволяет на практике изучить основы объектно-ориентированного программирования (ООП), работу с графическим интерфейсом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обработку событий и алгоритмы проверки столкновений.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302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4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17600" y="1801091"/>
            <a:ext cx="10400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игры "Тетрис" с использованием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C++ с графическим интерфейсом, системой подсчета очков и управлением с клавиатуры.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579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0E489F"/>
                </a:solidFill>
              </a:rPr>
              <a:t>Предлагаемое решение</a:t>
            </a:r>
            <a:endParaRPr lang="ru-RU" sz="3600" dirty="0">
              <a:solidFill>
                <a:srgbClr val="0E489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7600" y="3273855"/>
            <a:ext cx="4265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0E489F"/>
                </a:solidFill>
              </a:rPr>
              <a:t>Архитектура проекта</a:t>
            </a:r>
            <a:endParaRPr lang="ru-RU" sz="3600" dirty="0">
              <a:solidFill>
                <a:srgbClr val="0E489F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524" y="4192621"/>
            <a:ext cx="2844873" cy="17916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Стрелка вправо 2"/>
          <p:cNvSpPr/>
          <p:nvPr/>
        </p:nvSpPr>
        <p:spPr>
          <a:xfrm>
            <a:off x="5911272" y="3920186"/>
            <a:ext cx="812800" cy="34701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5911272" y="4861383"/>
            <a:ext cx="812800" cy="34701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818271" y="3864921"/>
            <a:ext cx="145264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Headers</a:t>
            </a:r>
            <a:endParaRPr lang="ru-RU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818272" y="4828069"/>
            <a:ext cx="145264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Sources</a:t>
            </a:r>
            <a:endParaRPr lang="ru-RU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cxnSp>
        <p:nvCxnSpPr>
          <p:cNvPr id="14" name="Прямая соединительная линия 13"/>
          <p:cNvCxnSpPr>
            <a:stCxn id="3" idx="2"/>
          </p:cNvCxnSpPr>
          <p:nvPr/>
        </p:nvCxnSpPr>
        <p:spPr>
          <a:xfrm>
            <a:off x="6550565" y="4267200"/>
            <a:ext cx="0" cy="2772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6549031" y="4551680"/>
            <a:ext cx="5384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550565" y="5160557"/>
            <a:ext cx="2635" cy="406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6549031" y="5566957"/>
            <a:ext cx="5384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6550565" y="5466988"/>
            <a:ext cx="2635" cy="406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549031" y="5873388"/>
            <a:ext cx="5384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7087511" y="4344510"/>
            <a:ext cx="17849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Tetrisgame.h</a:t>
            </a:r>
            <a:endParaRPr lang="ru-RU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7087511" y="5311628"/>
            <a:ext cx="1340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ain.cpp</a:t>
            </a:r>
            <a:endParaRPr lang="ru-RU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7087511" y="5656101"/>
            <a:ext cx="2076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Tetrisgame.cpp</a:t>
            </a:r>
            <a:endParaRPr lang="ru-RU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5785111" y="3461773"/>
            <a:ext cx="3243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Tetris_game_project.pro</a:t>
            </a:r>
            <a:endParaRPr lang="ru-RU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674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5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2897445" y="2024611"/>
            <a:ext cx="51511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C++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Creator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версий: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CMake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QMake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728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0E489F"/>
                </a:solidFill>
              </a:rPr>
              <a:t>Используемы стек технологий</a:t>
            </a:r>
            <a:endParaRPr lang="ru-RU" sz="3600" dirty="0">
              <a:solidFill>
                <a:srgbClr val="0E489F"/>
              </a:solidFill>
            </a:endParaRPr>
          </a:p>
        </p:txBody>
      </p:sp>
      <p:sp>
        <p:nvSpPr>
          <p:cNvPr id="2" name="Стрелка вправо 1"/>
          <p:cNvSpPr/>
          <p:nvPr/>
        </p:nvSpPr>
        <p:spPr>
          <a:xfrm>
            <a:off x="2387600" y="2086138"/>
            <a:ext cx="386080" cy="40640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право 5"/>
          <p:cNvSpPr/>
          <p:nvPr/>
        </p:nvSpPr>
        <p:spPr>
          <a:xfrm>
            <a:off x="2387600" y="2810836"/>
            <a:ext cx="386080" cy="40640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право 6"/>
          <p:cNvSpPr/>
          <p:nvPr/>
        </p:nvSpPr>
        <p:spPr>
          <a:xfrm>
            <a:off x="2387600" y="4271769"/>
            <a:ext cx="386080" cy="40640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2387600" y="5034531"/>
            <a:ext cx="386080" cy="40640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право 10"/>
          <p:cNvSpPr/>
          <p:nvPr/>
        </p:nvSpPr>
        <p:spPr>
          <a:xfrm>
            <a:off x="2387600" y="3529571"/>
            <a:ext cx="386080" cy="40640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27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6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261685" y="810029"/>
            <a:ext cx="9753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solidFill>
                  <a:srgbClr val="0E489F"/>
                </a:solidFill>
              </a:rPr>
              <a:t>Описание реализации проекты, основные момент</a:t>
            </a:r>
            <a:r>
              <a:rPr lang="ru-RU" sz="3600" dirty="0">
                <a:solidFill>
                  <a:srgbClr val="0E489F"/>
                </a:solidFill>
              </a:rPr>
              <a:t>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3286" y="1819272"/>
            <a:ext cx="295151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1.Класс </a:t>
            </a:r>
            <a:r>
              <a:rPr lang="en-US" sz="2800" b="0" cap="none" spc="0" dirty="0" err="1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tetrisgame</a:t>
            </a:r>
            <a:endParaRPr lang="ru-RU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301" y="2465603"/>
            <a:ext cx="4862296" cy="220263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301" y="4952714"/>
            <a:ext cx="4862296" cy="61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0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980" y="526339"/>
            <a:ext cx="5032380" cy="601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2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42240" y="1453512"/>
            <a:ext cx="548528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2.</a:t>
            </a:r>
            <a:r>
              <a:rPr lang="ru-RU" sz="28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Ключевые </a:t>
            </a:r>
            <a:r>
              <a:rPr lang="ru-RU" sz="2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функции реализации:</a:t>
            </a:r>
            <a:endParaRPr lang="ru-RU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26731" y="1976732"/>
            <a:ext cx="4089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А) Инициализация фигур:</a:t>
            </a:r>
            <a:endParaRPr lang="ru-RU" sz="2800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508" y="2579338"/>
            <a:ext cx="6972904" cy="723963"/>
          </a:xfrm>
          <a:prstGeom prst="rect">
            <a:avLst/>
          </a:prstGeom>
        </p:spPr>
      </p:pic>
      <p:sp>
        <p:nvSpPr>
          <p:cNvPr id="9" name="Стрелка вправо 8"/>
          <p:cNvSpPr/>
          <p:nvPr/>
        </p:nvSpPr>
        <p:spPr>
          <a:xfrm>
            <a:off x="8737600" y="2794000"/>
            <a:ext cx="556812" cy="345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9875520" y="2845451"/>
            <a:ext cx="243840" cy="2425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631680" y="2845451"/>
            <a:ext cx="243840" cy="2425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0119360" y="2845451"/>
            <a:ext cx="243840" cy="2425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10363200" y="2845451"/>
            <a:ext cx="243840" cy="2425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366" y="3672207"/>
            <a:ext cx="6066046" cy="228620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10119360" y="3318559"/>
            <a:ext cx="243840" cy="2425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10119360" y="3543979"/>
            <a:ext cx="243840" cy="2425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10119360" y="3786517"/>
            <a:ext cx="243840" cy="2425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0119360" y="4038602"/>
            <a:ext cx="243840" cy="2425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 вправо 21"/>
          <p:cNvSpPr/>
          <p:nvPr/>
        </p:nvSpPr>
        <p:spPr>
          <a:xfrm>
            <a:off x="8737600" y="3555387"/>
            <a:ext cx="556812" cy="345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508" y="4911399"/>
            <a:ext cx="6972904" cy="434378"/>
          </a:xfrm>
          <a:prstGeom prst="rect">
            <a:avLst/>
          </a:prstGeom>
        </p:spPr>
      </p:pic>
      <p:sp>
        <p:nvSpPr>
          <p:cNvPr id="24" name="Прямоугольник 23"/>
          <p:cNvSpPr/>
          <p:nvPr/>
        </p:nvSpPr>
        <p:spPr>
          <a:xfrm>
            <a:off x="7965051" y="3819475"/>
            <a:ext cx="6623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Стрелка вправо 24"/>
          <p:cNvSpPr/>
          <p:nvPr/>
        </p:nvSpPr>
        <p:spPr>
          <a:xfrm>
            <a:off x="8737600" y="4902269"/>
            <a:ext cx="556812" cy="345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10226040" y="4832451"/>
            <a:ext cx="243840" cy="24253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9987280" y="4832451"/>
            <a:ext cx="243840" cy="24253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9987280" y="5074989"/>
            <a:ext cx="243840" cy="24253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10226040" y="5074989"/>
            <a:ext cx="243840" cy="24253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7965051" y="5124123"/>
            <a:ext cx="6623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2561366" y="6047453"/>
            <a:ext cx="243840" cy="242538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2805206" y="5804915"/>
            <a:ext cx="243840" cy="242538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2805206" y="6047453"/>
            <a:ext cx="243840" cy="242538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3049046" y="6047453"/>
            <a:ext cx="243840" cy="242538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/>
        </p:nvSpPr>
        <p:spPr>
          <a:xfrm>
            <a:off x="3712500" y="5804915"/>
            <a:ext cx="243840" cy="24253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3956340" y="5804915"/>
            <a:ext cx="243840" cy="24253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/>
        </p:nvSpPr>
        <p:spPr>
          <a:xfrm>
            <a:off x="3956340" y="6047453"/>
            <a:ext cx="243840" cy="24253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/>
        </p:nvSpPr>
        <p:spPr>
          <a:xfrm>
            <a:off x="4200180" y="6047453"/>
            <a:ext cx="243840" cy="24253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/>
          <p:cNvSpPr/>
          <p:nvPr/>
        </p:nvSpPr>
        <p:spPr>
          <a:xfrm>
            <a:off x="5362029" y="5804915"/>
            <a:ext cx="243840" cy="24253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/>
        </p:nvSpPr>
        <p:spPr>
          <a:xfrm>
            <a:off x="5118407" y="5804915"/>
            <a:ext cx="243840" cy="24253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4874567" y="6047453"/>
            <a:ext cx="243840" cy="24253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/>
        </p:nvSpPr>
        <p:spPr>
          <a:xfrm>
            <a:off x="5118407" y="6047453"/>
            <a:ext cx="243840" cy="24253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6082397" y="6047453"/>
            <a:ext cx="243840" cy="242538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/>
        </p:nvSpPr>
        <p:spPr>
          <a:xfrm>
            <a:off x="6082397" y="5804915"/>
            <a:ext cx="243840" cy="242538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6326237" y="6047453"/>
            <a:ext cx="243840" cy="242538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/>
        </p:nvSpPr>
        <p:spPr>
          <a:xfrm>
            <a:off x="6570077" y="6047453"/>
            <a:ext cx="243840" cy="242538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/>
        </p:nvSpPr>
        <p:spPr>
          <a:xfrm>
            <a:off x="7321361" y="6047453"/>
            <a:ext cx="243840" cy="24253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/>
        </p:nvSpPr>
        <p:spPr>
          <a:xfrm>
            <a:off x="7809041" y="5804915"/>
            <a:ext cx="243840" cy="24253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/>
          <p:cNvSpPr/>
          <p:nvPr/>
        </p:nvSpPr>
        <p:spPr>
          <a:xfrm>
            <a:off x="7565201" y="6047453"/>
            <a:ext cx="243840" cy="24253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 49"/>
          <p:cNvSpPr/>
          <p:nvPr/>
        </p:nvSpPr>
        <p:spPr>
          <a:xfrm>
            <a:off x="7809041" y="6047453"/>
            <a:ext cx="243840" cy="24253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47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281" y="1487409"/>
            <a:ext cx="7582557" cy="488484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645068" y="964189"/>
            <a:ext cx="434933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Б</a:t>
            </a:r>
            <a:r>
              <a:rPr lang="ru-RU" sz="280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) Проверка столкновений:</a:t>
            </a:r>
            <a:endParaRPr lang="ru-RU" sz="2800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958" y="1866867"/>
            <a:ext cx="1447925" cy="7468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958" y="2773641"/>
            <a:ext cx="2095682" cy="88399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958" y="3791869"/>
            <a:ext cx="1204064" cy="116596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4958" y="5123974"/>
            <a:ext cx="1501270" cy="1082134"/>
          </a:xfrm>
          <a:prstGeom prst="rect">
            <a:avLst/>
          </a:prstGeom>
        </p:spPr>
      </p:pic>
      <p:cxnSp>
        <p:nvCxnSpPr>
          <p:cNvPr id="14" name="Прямая со стрелкой 13"/>
          <p:cNvCxnSpPr/>
          <p:nvPr/>
        </p:nvCxnSpPr>
        <p:spPr>
          <a:xfrm flipV="1">
            <a:off x="7193280" y="2240281"/>
            <a:ext cx="2590800" cy="11326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7193280" y="3372908"/>
            <a:ext cx="26212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5994400" y="4094480"/>
            <a:ext cx="3789680" cy="1219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8894885" y="4736742"/>
            <a:ext cx="889195" cy="8673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7913839" y="746556"/>
            <a:ext cx="23564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 smtClean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Важно!!!</a:t>
            </a:r>
            <a:endParaRPr lang="ru-RU" sz="4400" b="1" dirty="0">
              <a:ln w="6600">
                <a:solidFill>
                  <a:srgbClr val="FF0000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9456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716592" y="893069"/>
            <a:ext cx="550676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В) Обработка завершенных линий:</a:t>
            </a:r>
            <a:endParaRPr lang="ru-RU" sz="2800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363" y="54058"/>
            <a:ext cx="4808637" cy="668331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76" y="1969211"/>
            <a:ext cx="3577020" cy="428954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248" y="1967938"/>
            <a:ext cx="3566115" cy="4290819"/>
          </a:xfrm>
          <a:prstGeom prst="rect">
            <a:avLst/>
          </a:prstGeom>
        </p:spPr>
      </p:pic>
      <p:sp>
        <p:nvSpPr>
          <p:cNvPr id="14" name="Стрелка вниз 13"/>
          <p:cNvSpPr/>
          <p:nvPr/>
        </p:nvSpPr>
        <p:spPr>
          <a:xfrm>
            <a:off x="863600" y="4338320"/>
            <a:ext cx="243840" cy="1219200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234776" y="5862320"/>
            <a:ext cx="3577020" cy="0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Выгнутая вверх стрелка 20"/>
          <p:cNvSpPr/>
          <p:nvPr/>
        </p:nvSpPr>
        <p:spPr>
          <a:xfrm>
            <a:off x="905610" y="1498885"/>
            <a:ext cx="3566160" cy="453151"/>
          </a:xfrm>
          <a:prstGeom prst="curved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5" name="Прямая со стрелкой 24"/>
          <p:cNvCxnSpPr/>
          <p:nvPr/>
        </p:nvCxnSpPr>
        <p:spPr>
          <a:xfrm flipH="1" flipV="1">
            <a:off x="3037840" y="1967938"/>
            <a:ext cx="4622800" cy="42908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32425" y="1539167"/>
            <a:ext cx="1835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</a:t>
            </a:r>
            <a:r>
              <a:rPr lang="zh-TW" altLang="en-US" sz="2400" dirty="0" smtClean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r>
              <a:rPr lang="en-US" altLang="zh-TW" sz="2400" dirty="0" smtClean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100=200</a:t>
            </a:r>
            <a:endParaRPr lang="ru-RU" sz="24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97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11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690253" y="2079105"/>
            <a:ext cx="54115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игры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игровой логики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графического интерфейса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отладка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Документирование кода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0070C0"/>
                </a:solidFill>
              </a:rPr>
              <a:t>Разделение работы</a:t>
            </a:r>
            <a:endParaRPr lang="ru-RU" sz="3600" dirty="0">
              <a:solidFill>
                <a:srgbClr val="0070C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784627" y="2079105"/>
            <a:ext cx="39825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Чон</a:t>
            </a:r>
            <a:r>
              <a:rPr lang="ru-RU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ru-RU" sz="5400" b="1" cap="none" spc="0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Рён</a:t>
            </a:r>
            <a:r>
              <a:rPr lang="ru-RU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Бом</a:t>
            </a:r>
            <a:endParaRPr lang="ru-RU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864330" y="4034927"/>
            <a:ext cx="38230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Рим Вон Гук</a:t>
            </a:r>
            <a:endParaRPr lang="ru-RU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8" name="Прямая соединительная линия 7"/>
          <p:cNvCxnSpPr>
            <a:endCxn id="2" idx="1"/>
          </p:cNvCxnSpPr>
          <p:nvPr/>
        </p:nvCxnSpPr>
        <p:spPr>
          <a:xfrm>
            <a:off x="6890326" y="2316480"/>
            <a:ext cx="894301" cy="2242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endCxn id="2" idx="1"/>
          </p:cNvCxnSpPr>
          <p:nvPr/>
        </p:nvCxnSpPr>
        <p:spPr>
          <a:xfrm flipV="1">
            <a:off x="5933440" y="2540770"/>
            <a:ext cx="1851187" cy="6204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endCxn id="2" idx="1"/>
          </p:cNvCxnSpPr>
          <p:nvPr/>
        </p:nvCxnSpPr>
        <p:spPr>
          <a:xfrm flipV="1">
            <a:off x="5405120" y="2540770"/>
            <a:ext cx="2379507" cy="27119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9" idx="3"/>
            <a:endCxn id="6" idx="1"/>
          </p:cNvCxnSpPr>
          <p:nvPr/>
        </p:nvCxnSpPr>
        <p:spPr>
          <a:xfrm>
            <a:off x="7101840" y="3787265"/>
            <a:ext cx="762490" cy="70932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endCxn id="6" idx="1"/>
          </p:cNvCxnSpPr>
          <p:nvPr/>
        </p:nvCxnSpPr>
        <p:spPr>
          <a:xfrm>
            <a:off x="5506720" y="4496592"/>
            <a:ext cx="235761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91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12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0E489F"/>
                </a:solidFill>
              </a:rPr>
              <a:t>Результат</a:t>
            </a:r>
            <a:endParaRPr lang="ru-RU" sz="3600" dirty="0">
              <a:solidFill>
                <a:srgbClr val="0E489F"/>
              </a:solidFill>
            </a:endParaRPr>
          </a:p>
        </p:txBody>
      </p:sp>
      <p:pic>
        <p:nvPicPr>
          <p:cNvPr id="2" name="video-tetrisgam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20912" y="942109"/>
            <a:ext cx="4082946" cy="51530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1023" y="2111604"/>
            <a:ext cx="533557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возможности программы: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Стартовый экран с кнопками управления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фигурами (движение, поворот, ускорение)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подсчета очков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Предпросмотр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следующей фигуры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 игры при заполнении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поля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3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13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0070C0"/>
                </a:solidFill>
              </a:rPr>
              <a:t>Результат</a:t>
            </a:r>
            <a:endParaRPr lang="ru-RU" sz="3600" dirty="0">
              <a:solidFill>
                <a:srgbClr val="0070C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104" y="1828801"/>
            <a:ext cx="7961041" cy="394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0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14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75396" y="2093036"/>
            <a:ext cx="1040014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"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Tetris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успешно реализован. В ходе работы были достигнуты все поставленные цели: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полнофункциональная игра с графическим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интерфейсом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 базовые принципы разработки на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 опыт работы с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систематизации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алгоритмы для обработки игровой логики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может быть расширен добавлением новых функций: таблицы рекордов, различных уровней сложности, звуковых эффектов и сетевой игры.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4010" y="895927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0E489F"/>
                </a:solidFill>
              </a:rPr>
              <a:t>Выводы</a:t>
            </a:r>
            <a:endParaRPr lang="ru-RU" sz="3600" dirty="0">
              <a:solidFill>
                <a:srgbClr val="0E48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8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620208" y="2121031"/>
            <a:ext cx="90874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청봉체" panose="00000609050400000000" pitchFamily="49" charset="-120"/>
                <a:ea typeface="청봉체" panose="00000609050400000000" pitchFamily="49" charset="-120"/>
              </a:rPr>
              <a:t>보고서를 다 보아주셔서 감사합니다</a:t>
            </a:r>
            <a:r>
              <a:rPr lang="en-US" altLang="zh-TW" dirty="0">
                <a:latin typeface="청봉체" panose="00000609050400000000" pitchFamily="49" charset="-120"/>
                <a:ea typeface="청봉체" panose="00000609050400000000" pitchFamily="49" charset="-120"/>
              </a:rPr>
              <a:t>.</a:t>
            </a:r>
          </a:p>
          <a:p>
            <a:r>
              <a:rPr lang="zh-TW" altLang="en-US" dirty="0">
                <a:latin typeface="청봉체" panose="00000609050400000000" pitchFamily="49" charset="-120"/>
                <a:ea typeface="청봉체" panose="00000609050400000000" pitchFamily="49" charset="-120"/>
              </a:rPr>
              <a:t>이 탐쌓기오락은 저에게 있어서 처음으로 되는 프로젝트이며 정보기술의 문어구에 서있는 저에게 해낼수 있다는 신심과 </a:t>
            </a:r>
            <a:r>
              <a:rPr lang="zh-TW" altLang="en-US" dirty="0" smtClean="0">
                <a:latin typeface="청봉체" panose="00000609050400000000" pitchFamily="49" charset="-120"/>
                <a:ea typeface="청봉체" panose="00000609050400000000" pitchFamily="49" charset="-120"/>
              </a:rPr>
              <a:t>능력있는 개</a:t>
            </a:r>
            <a:r>
              <a:rPr lang="zh-TW" altLang="en-US" dirty="0">
                <a:latin typeface="청봉체" panose="00000609050400000000" pitchFamily="49" charset="-120"/>
                <a:ea typeface="청봉체" panose="00000609050400000000" pitchFamily="49" charset="-120"/>
              </a:rPr>
              <a:t>발자가 되겠다는 결심을 굳히게 해주었습니다</a:t>
            </a:r>
            <a:r>
              <a:rPr lang="en-US" altLang="zh-TW" dirty="0">
                <a:latin typeface="청봉체" panose="00000609050400000000" pitchFamily="49" charset="-120"/>
                <a:ea typeface="청봉체" panose="00000609050400000000" pitchFamily="49" charset="-120"/>
              </a:rPr>
              <a:t>.</a:t>
            </a:r>
            <a:br>
              <a:rPr lang="en-US" altLang="zh-TW" dirty="0">
                <a:latin typeface="청봉체" panose="00000609050400000000" pitchFamily="49" charset="-120"/>
                <a:ea typeface="청봉체" panose="00000609050400000000" pitchFamily="49" charset="-120"/>
              </a:rPr>
            </a:br>
            <a:endParaRPr lang="en-US" altLang="zh-TW" dirty="0">
              <a:latin typeface="청봉체" panose="00000609050400000000" pitchFamily="49" charset="-120"/>
              <a:ea typeface="청봉체" panose="00000609050400000000" pitchFamily="49" charset="-120"/>
            </a:endParaRPr>
          </a:p>
          <a:p>
            <a:r>
              <a:rPr lang="zh-TW" altLang="en-US" dirty="0">
                <a:latin typeface="청봉체" panose="00000609050400000000" pitchFamily="49" charset="-120"/>
                <a:ea typeface="청봉체" panose="00000609050400000000" pitchFamily="49" charset="-120"/>
              </a:rPr>
              <a:t>물론 프로젝트완성과정에는 여러 난관도 많았고 시간도 모자랐습니다</a:t>
            </a:r>
            <a:r>
              <a:rPr lang="en-US" altLang="zh-TW" dirty="0">
                <a:latin typeface="청봉체" panose="00000609050400000000" pitchFamily="49" charset="-120"/>
                <a:ea typeface="청봉체" panose="00000609050400000000" pitchFamily="49" charset="-120"/>
              </a:rPr>
              <a:t>.</a:t>
            </a:r>
            <a:r>
              <a:rPr lang="zh-TW" altLang="en-US" dirty="0">
                <a:latin typeface="청봉체" panose="00000609050400000000" pitchFamily="49" charset="-120"/>
                <a:ea typeface="청봉체" panose="00000609050400000000" pitchFamily="49" charset="-120"/>
              </a:rPr>
              <a:t>그러나 문제점들을 하나하나 해결하는 과정을 통하여 무엇인가 배웠다는것이 저에게 있어서는 매우 소중한 체험이였습니다</a:t>
            </a:r>
            <a:r>
              <a:rPr lang="en-US" altLang="zh-TW" dirty="0">
                <a:latin typeface="청봉체" panose="00000609050400000000" pitchFamily="49" charset="-120"/>
                <a:ea typeface="청봉체" panose="00000609050400000000" pitchFamily="49" charset="-120"/>
              </a:rPr>
              <a:t>.</a:t>
            </a:r>
            <a:r>
              <a:rPr lang="zh-TW" altLang="en-US" dirty="0">
                <a:latin typeface="청봉체" panose="00000609050400000000" pitchFamily="49" charset="-120"/>
                <a:ea typeface="청봉체" panose="00000609050400000000" pitchFamily="49" charset="-120"/>
              </a:rPr>
              <a:t> 더욱 노력하여 무엇이나 막힘없이 개발하는 만능의 개발자가 되는것이 저의 목표입니다</a:t>
            </a:r>
            <a:r>
              <a:rPr lang="en-US" altLang="zh-TW" dirty="0">
                <a:latin typeface="청봉체" panose="00000609050400000000" pitchFamily="49" charset="-120"/>
                <a:ea typeface="청봉체" panose="00000609050400000000" pitchFamily="49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1744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512586" y="1454107"/>
            <a:ext cx="915342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Спасибо, что уделили время и прочитали мой отчёт.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 игра «Тетрис» стала для меня первым самостоятельным проектом и помогла мне, стоящему на пороге мира информационных технологий, укрепить уверенность в том, что «я могу это сделать», а также окончательно утвердила моё стремление стать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собственным разработчиком.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Конечно, в процессе завершения проекта возникало множество трудностей, и времени постоянно не хватало. Однако сам процесс постепенного решения возникавших проблем стал для меня бесценным опытом, из которого я действительно многое почерпнул. Моя цель — продолжать упорно трудиться, чтобы стать универсальным разработчиком, способным беспрепятственно создавать что угодно.</a:t>
            </a:r>
          </a:p>
        </p:txBody>
      </p:sp>
    </p:spTree>
    <p:extLst>
      <p:ext uri="{BB962C8B-B14F-4D97-AF65-F5344CB8AC3E}">
        <p14:creationId xmlns:p14="http://schemas.microsoft.com/office/powerpoint/2010/main" val="3936299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1004</TotalTime>
  <Words>524</Words>
  <Application>Microsoft Office PowerPoint</Application>
  <PresentationFormat>Широкоэкранный</PresentationFormat>
  <Paragraphs>98</Paragraphs>
  <Slides>16</Slides>
  <Notes>0</Notes>
  <HiddenSlides>0</HiddenSlides>
  <MMClips>1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9" baseType="lpstr">
      <vt:lpstr>청봉</vt:lpstr>
      <vt:lpstr>청봉체</vt:lpstr>
      <vt:lpstr>新細明體</vt:lpstr>
      <vt:lpstr>Algerian</vt:lpstr>
      <vt:lpstr>Arial</vt:lpstr>
      <vt:lpstr>Arial Black</vt:lpstr>
      <vt:lpstr>Calibri</vt:lpstr>
      <vt:lpstr>Calibri Light</vt:lpstr>
      <vt:lpstr>Cascadia Mono SemiBold</vt:lpstr>
      <vt:lpstr>Times New Roman</vt:lpstr>
      <vt:lpstr>Wide Latin</vt:lpstr>
      <vt:lpstr>Тема Office</vt:lpstr>
      <vt:lpstr>CorelDRAW</vt:lpstr>
      <vt:lpstr>Отчёт по проекту  “Игра Тетрис на Qt”</vt:lpstr>
      <vt:lpstr>Презентация PowerPoint</vt:lpstr>
      <vt:lpstr>Актуальность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Windows User</cp:lastModifiedBy>
  <cp:revision>129</cp:revision>
  <dcterms:created xsi:type="dcterms:W3CDTF">2021-02-08T11:39:32Z</dcterms:created>
  <dcterms:modified xsi:type="dcterms:W3CDTF">2025-12-02T14:16:18Z</dcterms:modified>
</cp:coreProperties>
</file>